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B4200-4A38-49ED-82F5-055F7ACC9A31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E16FB-F081-465B-A46D-7A791A139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8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841F9-FFF7-4948-ABED-EC9124B68825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50DDB-6270-4008-AA60-BC1097298072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03360-0B71-49F9-BD23-6E4F42F64EA3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17F0-E03D-4884-BCE0-47A6C6BC8238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5131-A548-4E84-B6E0-82511CE89933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101F-E0AA-4039-B308-8793B695573A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800F9-48B0-4F66-98AB-C9D1543E414A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9789D-8236-4BDB-A55A-FE675FA0EEB2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3D17-FD16-409B-BF43-45F001E7F35A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9B0E-0580-436E-95ED-C99A07FFCB87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7E70-3AC0-4876-BB09-F256275A5CEF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1BD2-3559-4574-9C7B-77068E2CA536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BA41-75B2-49DF-93A1-7C29165CC0D5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0F44-6A92-45B7-9FFC-6C15EF0266DB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4FD-93F2-4BD6-9390-4DEF5D169226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34F89-3016-43CD-9751-9B17140C8A10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0332A-80A9-42F1-8B70-D3F9F6158BC5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5D8EC6-578F-46E8-AA23-43784422D3C9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5E90-B037-4BDA-98CF-7A959CC3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3740426"/>
          </a:xfrm>
        </p:spPr>
        <p:txBody>
          <a:bodyPr>
            <a:normAutofit/>
          </a:bodyPr>
          <a:lstStyle/>
          <a:p>
            <a:r>
              <a:rPr lang="fa-IR" sz="7200" dirty="0">
                <a:cs typeface="B Titr" panose="00000700000000000000" pitchFamily="2" charset="-78"/>
              </a:rPr>
              <a:t>بسم الله الرحمن الرحیم</a:t>
            </a:r>
            <a:endParaRPr lang="en-US" sz="7200" dirty="0">
              <a:cs typeface="B Titr" panose="000007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A9E73-5FE2-4520-872C-A248AB9E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00" smtClean="0"/>
              <a:pPr/>
              <a:t>1</a:t>
            </a:fld>
            <a:endParaRPr lang="en-US" sz="100" dirty="0"/>
          </a:p>
        </p:txBody>
      </p:sp>
    </p:spTree>
    <p:extLst>
      <p:ext uri="{BB962C8B-B14F-4D97-AF65-F5344CB8AC3E}">
        <p14:creationId xmlns:p14="http://schemas.microsoft.com/office/powerpoint/2010/main" val="418128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6E4B-EDF6-42A4-85A4-0782F825C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64" y="151847"/>
            <a:ext cx="12099236" cy="1690205"/>
          </a:xfrm>
        </p:spPr>
        <p:txBody>
          <a:bodyPr>
            <a:normAutofit/>
          </a:bodyPr>
          <a:lstStyle/>
          <a:p>
            <a:pPr algn="ctr"/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Kabul university</a:t>
            </a:r>
            <a:b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</a:b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faculty of Information and communication Technology</a:t>
            </a:r>
            <a:b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</a:b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Science and information engineering Department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26F46-A67D-4239-BA6F-F03F3A9CD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5217" y="2734733"/>
            <a:ext cx="9581322" cy="312631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Georgia" panose="02040502050405020303" pitchFamily="18" charset="0"/>
              </a:rPr>
              <a:t>Security system of the database Engine</a:t>
            </a:r>
          </a:p>
          <a:p>
            <a:pPr algn="ctr"/>
            <a:r>
              <a:rPr lang="en-US" sz="3600" b="1" dirty="0">
                <a:latin typeface="Georgia" panose="02040502050405020303" pitchFamily="18" charset="0"/>
              </a:rPr>
              <a:t>Authorization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774D2-C1A6-4D2B-A23D-3A5BD4D13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9" y="986732"/>
            <a:ext cx="1440000" cy="14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83623C-14A6-4E08-B576-A32181DC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757" y="996949"/>
            <a:ext cx="1408265" cy="144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89372-ABAE-486F-AAAF-E4D1D2BA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/>
              <a:pPr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29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0C0E-7FF4-42F9-9519-C772EDF4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Objects: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80AB-C170-4016-940E-0EEF2BB41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46852"/>
            <a:ext cx="10018713" cy="4025347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What is Authorization</a:t>
            </a:r>
          </a:p>
          <a:p>
            <a:r>
              <a:rPr lang="en-US" dirty="0">
                <a:latin typeface="Georgia" panose="02040502050405020303" pitchFamily="18" charset="0"/>
              </a:rPr>
              <a:t>The three transact SQL-statement related to authorization</a:t>
            </a:r>
          </a:p>
          <a:p>
            <a:r>
              <a:rPr lang="en-US" dirty="0">
                <a:latin typeface="Georgia" panose="02040502050405020303" pitchFamily="18" charset="0"/>
              </a:rPr>
              <a:t>Managing permission using SQL server MS</a:t>
            </a:r>
          </a:p>
          <a:p>
            <a:r>
              <a:rPr lang="en-US" dirty="0">
                <a:latin typeface="Georgia" panose="02040502050405020303" pitchFamily="18" charset="0"/>
              </a:rPr>
              <a:t>Changing trucking</a:t>
            </a:r>
          </a:p>
          <a:p>
            <a:r>
              <a:rPr lang="en-US" dirty="0">
                <a:latin typeface="Georgia" panose="02040502050405020303" pitchFamily="18" charset="0"/>
              </a:rPr>
              <a:t>Data security and views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32EE-E931-4923-8D35-EA61C292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/>
              <a:pPr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388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6271-4908-44F1-B887-99E30EEA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2035"/>
            <a:ext cx="10018713" cy="111318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Georgia" panose="02040502050405020303" pitchFamily="18" charset="0"/>
              </a:rPr>
              <a:t>What is authorization?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BF0B9-4F29-4A0C-A99A-6200F95AD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38469"/>
            <a:ext cx="10018713" cy="4770783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Authorization means specific the user levels access to database and data, or able to execute statement or perform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specific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operation on database like Read our data, update our data, Delete our data and more operations.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There are three transact-SQL statement are related to authorization: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GRANT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DENY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REVOKE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F1440-C4B3-4FB4-8653-63066B51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920139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2400" smtClean="0"/>
              <a:pPr/>
              <a:t>4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52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6E77-9B8E-45AA-9CC9-3E872DD8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14740"/>
            <a:ext cx="10018713" cy="983974"/>
          </a:xfrm>
        </p:spPr>
        <p:txBody>
          <a:bodyPr/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7F96-A050-4E50-88F4-0D138D2D6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98714"/>
            <a:ext cx="10707690" cy="482379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What is the GRANT statement?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GRANT statement is statement that permissions user to access on data and database to perform specific operation, this user can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permission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by DBA can execute statement such as select, update, insert or delete the data.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Example 12.16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USE sample;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GRANT SELECT ON employee   TO peter, </a:t>
            </a:r>
            <a:r>
              <a:rPr lang="en-US" sz="18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mary</a:t>
            </a:r>
            <a:r>
              <a:rPr lang="en-US" sz="18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83360-06CF-44B6-A920-D87A0CC6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400" smtClean="0"/>
              <a:pPr/>
              <a:t>5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9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0529-942C-4B76-9D3B-D3FE19E6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65043"/>
            <a:ext cx="10018713" cy="104692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BAD19-9A8B-4D5C-BB65-350A6C3A4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11965"/>
            <a:ext cx="10018713" cy="4041913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What is DENY statement?</a:t>
            </a:r>
            <a:endParaRPr lang="en-US" dirty="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DENY statement means prevents users to preforming action, Enthought if the user has permission another roles membership.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Example 12.24 </a:t>
            </a:r>
            <a:endParaRPr lang="en-US" sz="2200" dirty="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USE sample;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GRANT SELECT ON project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      TO PUBLIC;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DENY SELECT ON project         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TO peter, </a:t>
            </a:r>
            <a:r>
              <a:rPr lang="en-US" sz="19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mary</a:t>
            </a:r>
            <a:r>
              <a:rPr lang="en-US" sz="19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3649B-76CA-47AF-AE4B-2E556C55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9684" y="5893635"/>
            <a:ext cx="455510" cy="365125"/>
          </a:xfrm>
        </p:spPr>
        <p:txBody>
          <a:bodyPr/>
          <a:lstStyle/>
          <a:p>
            <a:fld id="{D57F1E4F-1CFF-5643-939E-217C01CDF565}" type="slidenum">
              <a:rPr lang="en-US" sz="2400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4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4B48-6652-4C31-BD9E-0B6CDAD2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04800"/>
            <a:ext cx="10018713" cy="954157"/>
          </a:xfrm>
        </p:spPr>
        <p:txBody>
          <a:bodyPr/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Cont.…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124BC-B253-40D1-8DA8-E276BDAE4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4059"/>
            <a:ext cx="10018713" cy="4290393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What is the REVOKE statement?</a:t>
            </a:r>
            <a:endParaRPr lang="en-US" sz="2000" dirty="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REVOKE statement removes one or more previously granted and denied permissions, it means if before we authorized the users by GRANT and DENY we return it to default.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Example 12.25</a:t>
            </a:r>
            <a:endParaRPr lang="en-US" sz="2000" dirty="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 USE sample;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REVOKE SELECT ON project FROM PUBLIC;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EF758-D8DF-4770-9CFA-B5CBFE43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04452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2400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0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92A5-710D-4482-B214-5B68E527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287"/>
            <a:ext cx="5963566" cy="781878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Georgia" panose="02040502050405020303" pitchFamily="18" charset="0"/>
              </a:rPr>
              <a:t>Managing Permissions using SQL server Management studio</a:t>
            </a:r>
            <a:endParaRPr lang="en-US" sz="1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67FD94-3A0F-4C2D-902C-72BBC4A2B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3566" y="225287"/>
            <a:ext cx="6228434" cy="64008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37E3B-5018-40D6-9D69-6398D915B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774" y="1007165"/>
            <a:ext cx="5685183" cy="424069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For permissions to users we can use SQL server management studio, open SQL server and expand Database then expand your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ideal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database, right click the database and click properties. Choose the permissions page and click the search button on that page you can authorize the users to what that to do.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  <a:p>
            <a:pPr algn="l"/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664DD-B9AC-4027-8F05-0F4A62F7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6899" y="6055553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2400" smtClean="0"/>
              <a:pPr/>
              <a:t>8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500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6CA2-ED43-48D2-BAB1-9951E2C59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418" y="165100"/>
            <a:ext cx="8574622" cy="101434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Georgia" panose="02040502050405020303" pitchFamily="18" charset="0"/>
              </a:rPr>
              <a:t>Changing trucking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C114C-BC01-41BF-8A26-9D7D57212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418" y="1451849"/>
            <a:ext cx="10562312" cy="5041716"/>
          </a:xfrm>
        </p:spPr>
        <p:txBody>
          <a:bodyPr>
            <a:normAutofit fontScale="85000" lnSpcReduction="2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Change trucking means truck the 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change on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database that changed in all tables like update, delete, insert to show us and also allow us to who is changed data when and how change the data.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We use tow way for change trucking Triggers and  Change Data Capture (CDC)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Triggers: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this program is used automatically active when any changing on data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Change data capture: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is internal SQL server program that truck data changing from 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transection log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without using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ttiggers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                       Example 12.28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       USE sample;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       EXECUTE </a:t>
            </a:r>
            <a:r>
              <a:rPr lang="en-US" sz="26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sys.sp_cdc_enable_table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       @source_schema = </a:t>
            </a:r>
            <a:r>
              <a:rPr lang="en-US" sz="26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N’Charity_Foudation</a:t>
            </a: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’,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       @source_name = </a:t>
            </a:r>
            <a:r>
              <a:rPr lang="en-US" sz="26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N’Donor</a:t>
            </a: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’,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                      @role_name = </a:t>
            </a:r>
            <a:r>
              <a:rPr lang="en-US" sz="2600" dirty="0" err="1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N'cdc_admin</a:t>
            </a:r>
            <a:r>
              <a:rPr lang="en-US" sz="2600" dirty="0">
                <a:effectLst/>
                <a:latin typeface="Simplified Arabic Fixed" panose="02070309020205020404" pitchFamily="49" charset="-78"/>
                <a:ea typeface="Calibri" panose="020F0502020204030204" pitchFamily="34" charset="0"/>
                <a:cs typeface="Arial" panose="020B0604020202020204" pitchFamily="34" charset="0"/>
              </a:rPr>
              <a:t>'; 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FFF44-F078-4150-8A6C-59C9FA73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/>
              <a:pPr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782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A624-4611-41FD-8D90-BA16AD08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02096"/>
            <a:ext cx="10018713" cy="864704"/>
          </a:xfrm>
        </p:spPr>
        <p:txBody>
          <a:bodyPr/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Data security and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A69C-F681-44DC-854D-1DB575ABD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1066800"/>
            <a:ext cx="10707692" cy="4817165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Using data security and views for the following purpose: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To restrict the use of particular columns and row of tables: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maybe some column and row be secure from the users is better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To hide the details of complicated queries: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using views to hide the internal structure of the database from users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To restrict inserted and updated values to certain ranges: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with views can specify the user to what data can insert and how it can update.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F206-D762-4BF0-9E62-2167F67A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93636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z="2400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47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F681-3265-4582-B3FC-F66B69F6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094" y="256762"/>
            <a:ext cx="10018713" cy="1015448"/>
          </a:xfrm>
        </p:spPr>
        <p:txBody>
          <a:bodyPr/>
          <a:lstStyle/>
          <a:p>
            <a:pPr algn="l"/>
            <a:r>
              <a:rPr lang="en-US" dirty="0">
                <a:latin typeface="Georgia" panose="02040502050405020303" pitchFamily="18" charset="0"/>
              </a:rPr>
              <a:t>Conclusions: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2844-BEC3-4461-8EFF-DA3261A5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327" y="1590262"/>
            <a:ext cx="10018713" cy="4651512"/>
          </a:xfrm>
        </p:spPr>
        <p:txBody>
          <a:bodyPr/>
          <a:lstStyle/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Authorization means specific the user levels access to database and data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There are three transact-SQL statement are related to authorization: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GRANT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DENY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REVOKE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Georgia" panose="02040502050405020303" pitchFamily="18" charset="0"/>
              </a:rPr>
              <a:t>Managing Permissions using SQL server Management studio</a:t>
            </a: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Change trucking means truck the our database that changed in all tables like update</a:t>
            </a:r>
            <a:r>
              <a:rPr lang="en-US" sz="20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Reference: </a:t>
            </a:r>
            <a:r>
              <a:rPr lang="en-US" sz="2000" i="1" u="sng" dirty="0">
                <a:solidFill>
                  <a:srgbClr val="0070C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SQL server 2019 A Beginner’s Guide</a:t>
            </a:r>
          </a:p>
          <a:p>
            <a:endParaRPr lang="en-US" sz="2000" dirty="0">
              <a:latin typeface="Georgia" panose="02040502050405020303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610FE-CEE2-4652-93B5-9ADA3DA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24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8B12-7661-48DD-B469-B2941628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806" y="2223053"/>
            <a:ext cx="10018713" cy="1752599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Georgia" panose="02040502050405020303" pitchFamily="18" charset="0"/>
              </a:rPr>
              <a:t>Thank you Dears!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36B7E-EC39-471A-9B5D-BCE7F1FE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00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978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121</TotalTime>
  <Words>627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Corbel</vt:lpstr>
      <vt:lpstr>Georgia</vt:lpstr>
      <vt:lpstr>Simplified Arabic Fixed</vt:lpstr>
      <vt:lpstr>Times New Roman</vt:lpstr>
      <vt:lpstr>Wingdings</vt:lpstr>
      <vt:lpstr>Parallax</vt:lpstr>
      <vt:lpstr>بسم الله الرحمن الرحیم</vt:lpstr>
      <vt:lpstr>Kabul university faculty of Information and communication Technology Science and information engineering Department</vt:lpstr>
      <vt:lpstr>Objects:</vt:lpstr>
      <vt:lpstr>What is authorization?</vt:lpstr>
      <vt:lpstr>Cont.…</vt:lpstr>
      <vt:lpstr>Cont.…</vt:lpstr>
      <vt:lpstr>Cont.… </vt:lpstr>
      <vt:lpstr>Managing Permissions using SQL server Management studio</vt:lpstr>
      <vt:lpstr>Changing trucking</vt:lpstr>
      <vt:lpstr>Data security and views</vt:lpstr>
      <vt:lpstr>Conclusions:</vt:lpstr>
      <vt:lpstr>Thank you Dears!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 الله الرحمن الرحیم</dc:title>
  <dc:creator>Qurban</dc:creator>
  <cp:lastModifiedBy>Qurban</cp:lastModifiedBy>
  <cp:revision>14</cp:revision>
  <dcterms:created xsi:type="dcterms:W3CDTF">2025-11-09T15:12:55Z</dcterms:created>
  <dcterms:modified xsi:type="dcterms:W3CDTF">2025-11-14T16:54:29Z</dcterms:modified>
</cp:coreProperties>
</file>